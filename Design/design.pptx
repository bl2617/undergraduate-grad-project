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2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0A2ED-08CC-168C-E4D9-96D3C8873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FBD254-DD7B-5FBE-4074-B5A841C10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855C39-5B4B-AA79-4D54-AB8DB18F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0C5F33-0C6B-A712-EACA-7C464CED2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13E8F0-F74F-5E5D-1F9A-69FACAFF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25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E91BA-A2CA-A2CA-F011-11729F02F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6D5331-5FE3-AD98-10B4-E736DBD23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666241-A7BB-6BED-B761-E49C41AE5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A7245-E18C-C096-F5DF-C13EE690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494F7A-BEB5-D14C-8173-527E540E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19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56E85C-87D2-9B8C-C1D1-7D8B13E3F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E57DE2-F37E-362D-03F4-F0F67E04A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AEA414-820D-F60C-7E33-16D61014A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BDC69F-C129-5A06-3E8C-3295C535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A4B2D-3066-8CEC-01FF-DDE60A54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31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54ED6-1D40-22FB-461B-CF375F6FF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4971B2-4DAE-A4D6-73BE-4D1913D62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946232-C0C2-A5E1-8549-26A24F336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0EE56E-05C5-16F9-A2FA-9B2A5AA18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1B7407-0766-ED5A-1EE1-7BE094FE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8135BA-ACEF-60DE-1400-18A4D5382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62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55849A-1939-CA36-6ED4-2450DD88E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AEFB5B-E9C8-55D9-6AEA-A66341019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4D210F-5BCE-613C-416E-EDBE2468B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5009D6-BE32-4267-D7B4-32AE6046C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E8C167-98F5-C054-A4F3-F6E3D1E0A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71C2E2-8B1B-888A-D5E5-E051F0CA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E5168F-4B22-6E74-8067-0194E6D6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6367E2-E920-D200-63D9-1F9A8288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35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3CB4C-B0B4-5687-FCAC-23BCB249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0FEF0A-738C-1760-CC59-81B63414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E72F12-ECBD-1E3B-50F9-57E074BB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CD5EA8-4807-DA23-EE84-31565BCD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42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16A6B3-D6E3-ACA8-87C1-26FA730FB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82AF93-8DFA-CEEB-FF11-1C018D15F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C97FC7-2A3D-06A1-8A49-2F6D97EB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3138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D36F1-0BA3-3BBC-D844-D49B120B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146EB-4501-F6D7-E31E-CCCD80378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1B93DF-2F87-1D03-BE9F-EE4A2120F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210809-E3B1-E928-EBC8-78B2CB4AB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580BE1-5FD7-5D72-9A3E-E4EAF387F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07B80B-1CB6-F9A4-FB3D-175F93E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363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CBB9A-8288-2D56-84B3-E36EEECB5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7C0BFC-4C01-BDBC-F9A1-4F0B181A9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25752F-469F-1B94-D54B-823F9F4DB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46F52F-FE72-B23F-8C0F-F9C50157C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9E92D8-AB59-CC4E-0C93-7DADF2FE6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9391DE-1FE4-F257-B5FE-8F22D14E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53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2A488-4758-C6D7-B77E-4654EC213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27301A-49FD-2637-A0E4-251EDD11F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8296C8-E45A-1C84-FD17-17B1647C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B79761-B8B9-B046-F983-F87759F5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243A39-96A3-CBBB-E6BC-DB3FEBFB7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90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22EFE8-FB77-35A9-1670-BEB560695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C62BF3-E2CF-D50D-625D-5EAFD1838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4206A-9105-0B4A-C5AE-456B75B9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FF6898-11B9-9C45-67F2-804D83D39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598FFE-C227-9A31-3745-17180CB0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34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471DAF-76BA-C4F4-36E0-4DCCB415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25AEF1-D633-67B0-5395-CD7D7333C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BF2836-10BE-E6CD-ED8F-A479C6757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C2282-552B-435B-9291-5C63140E639D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0405EE-92F5-8D8C-4182-8D03726D2C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7E3CBC-C76F-D9AC-A554-D8D70664E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0A769-63CB-4A25-92E9-836EEF5DA4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72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4D9A9D5-AEAA-E1BF-0277-D670BDAB40E8}"/>
              </a:ext>
            </a:extLst>
          </p:cNvPr>
          <p:cNvSpPr txBox="1"/>
          <p:nvPr/>
        </p:nvSpPr>
        <p:spPr>
          <a:xfrm>
            <a:off x="348915" y="1323474"/>
            <a:ext cx="3068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/>
              <a:t>MainActivity</a:t>
            </a:r>
            <a:endParaRPr lang="zh-CN" altLang="en-US" sz="32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D8C8AD-3E73-A5BB-B18B-A2D20348A07A}"/>
              </a:ext>
            </a:extLst>
          </p:cNvPr>
          <p:cNvSpPr/>
          <p:nvPr/>
        </p:nvSpPr>
        <p:spPr>
          <a:xfrm>
            <a:off x="4259180" y="172634"/>
            <a:ext cx="4343400" cy="6516923"/>
          </a:xfrm>
          <a:prstGeom prst="rect">
            <a:avLst/>
          </a:prstGeom>
          <a:solidFill>
            <a:srgbClr val="E2E2E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E462FA3-02C7-C0A6-8A74-D4979B28DBEC}"/>
              </a:ext>
            </a:extLst>
          </p:cNvPr>
          <p:cNvSpPr/>
          <p:nvPr/>
        </p:nvSpPr>
        <p:spPr>
          <a:xfrm>
            <a:off x="7964905" y="300789"/>
            <a:ext cx="529390" cy="5053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7E28FF-E788-F455-215C-2B1FA1F949B5}"/>
              </a:ext>
            </a:extLst>
          </p:cNvPr>
          <p:cNvSpPr txBox="1"/>
          <p:nvPr/>
        </p:nvSpPr>
        <p:spPr>
          <a:xfrm>
            <a:off x="4830417" y="457200"/>
            <a:ext cx="2862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Embed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BF3431-DA13-5075-36CA-CA8B0375ABBF}"/>
              </a:ext>
            </a:extLst>
          </p:cNvPr>
          <p:cNvSpPr/>
          <p:nvPr/>
        </p:nvSpPr>
        <p:spPr>
          <a:xfrm>
            <a:off x="4259180" y="826532"/>
            <a:ext cx="636104" cy="53158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BADB5-7FDB-AC31-B770-2E0534996513}"/>
              </a:ext>
            </a:extLst>
          </p:cNvPr>
          <p:cNvSpPr txBox="1"/>
          <p:nvPr/>
        </p:nvSpPr>
        <p:spPr>
          <a:xfrm>
            <a:off x="4259180" y="1117600"/>
            <a:ext cx="636104" cy="24622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Embed</a:t>
            </a:r>
            <a:endParaRPr lang="zh-CN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11944-1EA4-7E46-58C3-2FAEDAE02C04}"/>
              </a:ext>
            </a:extLst>
          </p:cNvPr>
          <p:cNvSpPr txBox="1"/>
          <p:nvPr/>
        </p:nvSpPr>
        <p:spPr>
          <a:xfrm>
            <a:off x="4259180" y="1531778"/>
            <a:ext cx="6361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Restore</a:t>
            </a:r>
            <a:endParaRPr lang="zh-CN" alt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980F0A-C961-AE23-54A4-E068512E23D7}"/>
              </a:ext>
            </a:extLst>
          </p:cNvPr>
          <p:cNvSpPr/>
          <p:nvPr/>
        </p:nvSpPr>
        <p:spPr>
          <a:xfrm>
            <a:off x="5293895" y="1020278"/>
            <a:ext cx="2271562" cy="24087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2">
                    <a:lumMod val="25000"/>
                  </a:schemeClr>
                </a:solidFill>
              </a:rPr>
              <a:t>Image</a:t>
            </a:r>
            <a:endParaRPr lang="zh-CN" altLang="en-US" dirty="0">
              <a:solidFill>
                <a:schemeClr val="accent2">
                  <a:lumMod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E248C-514D-2AA8-BE79-BED742282819}"/>
              </a:ext>
            </a:extLst>
          </p:cNvPr>
          <p:cNvSpPr txBox="1"/>
          <p:nvPr/>
        </p:nvSpPr>
        <p:spPr>
          <a:xfrm>
            <a:off x="5293895" y="3860800"/>
            <a:ext cx="227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Secret Key</a:t>
            </a:r>
            <a:endParaRPr lang="zh-CN" alt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9F7245-6E0C-95A2-7717-B63802797D6D}"/>
              </a:ext>
            </a:extLst>
          </p:cNvPr>
          <p:cNvCxnSpPr/>
          <p:nvPr/>
        </p:nvCxnSpPr>
        <p:spPr>
          <a:xfrm>
            <a:off x="5293895" y="4309533"/>
            <a:ext cx="2271562" cy="0"/>
          </a:xfrm>
          <a:prstGeom prst="line">
            <a:avLst/>
          </a:prstGeom>
          <a:ln w="12700">
            <a:solidFill>
              <a:schemeClr val="accent1">
                <a:lumMod val="2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03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E399C-3481-0DCA-2322-9CCAB401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FCE066C-C692-1FDC-DEA0-F89B8D6B1C4F}"/>
              </a:ext>
            </a:extLst>
          </p:cNvPr>
          <p:cNvSpPr txBox="1"/>
          <p:nvPr/>
        </p:nvSpPr>
        <p:spPr>
          <a:xfrm>
            <a:off x="348915" y="1323474"/>
            <a:ext cx="3068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/>
              <a:t>LoginActivity</a:t>
            </a:r>
            <a:endParaRPr lang="zh-CN" altLang="en-US" sz="32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AAFFCB-8D9F-0921-0F0B-B5EC5BC09CD1}"/>
              </a:ext>
            </a:extLst>
          </p:cNvPr>
          <p:cNvSpPr/>
          <p:nvPr/>
        </p:nvSpPr>
        <p:spPr>
          <a:xfrm>
            <a:off x="4259180" y="172634"/>
            <a:ext cx="4343400" cy="6516923"/>
          </a:xfrm>
          <a:prstGeom prst="rect">
            <a:avLst/>
          </a:prstGeom>
          <a:solidFill>
            <a:srgbClr val="E2E2E2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E04BF92-3516-7088-5F72-9CED6F4F3AC3}"/>
              </a:ext>
            </a:extLst>
          </p:cNvPr>
          <p:cNvCxnSpPr/>
          <p:nvPr/>
        </p:nvCxnSpPr>
        <p:spPr>
          <a:xfrm flipH="1">
            <a:off x="4514127" y="648182"/>
            <a:ext cx="567159" cy="0"/>
          </a:xfrm>
          <a:prstGeom prst="straightConnector1">
            <a:avLst/>
          </a:prstGeom>
          <a:ln w="571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7AACEE7-4294-FF0A-7A5D-D3D613238E0D}"/>
              </a:ext>
            </a:extLst>
          </p:cNvPr>
          <p:cNvSpPr/>
          <p:nvPr/>
        </p:nvSpPr>
        <p:spPr>
          <a:xfrm>
            <a:off x="5243332" y="1747777"/>
            <a:ext cx="2303362" cy="810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C79676-2027-83EB-A6F0-CF106EAD69C3}"/>
              </a:ext>
            </a:extLst>
          </p:cNvPr>
          <p:cNvSpPr/>
          <p:nvPr/>
        </p:nvSpPr>
        <p:spPr>
          <a:xfrm>
            <a:off x="5243332" y="3067291"/>
            <a:ext cx="2303362" cy="810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CCB81E-B49D-66BF-085C-4851EBBAA382}"/>
              </a:ext>
            </a:extLst>
          </p:cNvPr>
          <p:cNvSpPr/>
          <p:nvPr/>
        </p:nvSpPr>
        <p:spPr>
          <a:xfrm>
            <a:off x="5474825" y="4757195"/>
            <a:ext cx="1794076" cy="312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98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4（色卡）">
      <a:dk1>
        <a:srgbClr val="262626"/>
      </a:dk1>
      <a:lt1>
        <a:srgbClr val="DCDCDC"/>
      </a:lt1>
      <a:dk2>
        <a:srgbClr val="D8D2D8"/>
      </a:dk2>
      <a:lt2>
        <a:srgbClr val="F2F1EB"/>
      </a:lt2>
      <a:accent1>
        <a:srgbClr val="E2F0F4"/>
      </a:accent1>
      <a:accent2>
        <a:srgbClr val="C0D4E5"/>
      </a:accent2>
      <a:accent3>
        <a:srgbClr val="7E98B8"/>
      </a:accent3>
      <a:accent4>
        <a:srgbClr val="444F6E"/>
      </a:accent4>
      <a:accent5>
        <a:srgbClr val="5B9BD5"/>
      </a:accent5>
      <a:accent6>
        <a:srgbClr val="9F9A99"/>
      </a:accent6>
      <a:hlink>
        <a:srgbClr val="F4B183"/>
      </a:hlink>
      <a:folHlink>
        <a:srgbClr val="FBE5D5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2654</TotalTime>
  <Words>8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biao lai</dc:creator>
  <cp:lastModifiedBy>赖彪</cp:lastModifiedBy>
  <cp:revision>5</cp:revision>
  <dcterms:created xsi:type="dcterms:W3CDTF">2025-12-05T20:51:29Z</dcterms:created>
  <dcterms:modified xsi:type="dcterms:W3CDTF">2025-12-23T11:18:33Z</dcterms:modified>
</cp:coreProperties>
</file>