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2E2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90A2ED-08CC-168C-E4D9-96D3C8873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5FBD254-DD7B-5FBE-4074-B5A841C10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855C39-5B4B-AA79-4D54-AB8DB18FB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0C5F33-0C6B-A712-EACA-7C464CED2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13E8F0-F74F-5E5D-1F9A-69FACAFF4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6250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E91BA-A2CA-A2CA-F011-11729F02F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6D5331-5FE3-AD98-10B4-E736DBD232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666241-A7BB-6BED-B761-E49C41AE5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4A7245-E18C-C096-F5DF-C13EE6908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494F7A-BEB5-D14C-8173-527E540E4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197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56E85C-87D2-9B8C-C1D1-7D8B13E3F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E57DE2-F37E-362D-03F4-F0F67E04A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AEA414-820D-F60C-7E33-16D61014A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BDC69F-C129-5A06-3E8C-3295C535A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DA4B2D-3066-8CEC-01FF-DDE60A549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8315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B54ED6-1D40-22FB-461B-CF375F6FF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4971B2-4DAE-A4D6-73BE-4D1913D629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946232-C0C2-A5E1-8549-26A24F336C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0EE56E-05C5-16F9-A2FA-9B2A5AA18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51B7407-0766-ED5A-1EE1-7BE094FE3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48135BA-ACEF-60DE-1400-18A4D5382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562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55849A-1939-CA36-6ED4-2450DD88E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AEFB5B-E9C8-55D9-6AEA-A66341019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D210F-5BCE-613C-416E-EDBE2468B8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C5009D6-BE32-4267-D7B4-32AE6046C1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DE8C167-98F5-C054-A4F3-F6E3D1E0AB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371C2E2-8B1B-888A-D5E5-E051F0CA5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E5168F-4B22-6E74-8067-0194E6D62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86367E2-E920-D200-63D9-1F9A8288A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7350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73CB4C-B0B4-5687-FCAC-23BCB2496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30FEF0A-738C-1760-CC59-81B63414D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9E72F12-ECBD-1E3B-50F9-57E074BB9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8CD5EA8-4807-DA23-EE84-31565BCDE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28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116A6B3-D6E3-ACA8-87C1-26FA730FB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282AF93-8DFA-CEEB-FF11-1C018D15F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4C97FC7-2A3D-06A1-8A49-2F6D97EB7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3138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6D36F1-0BA3-3BBC-D844-D49B120BF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9146EB-4501-F6D7-E31E-CCCD803788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51B93DF-2F87-1D03-BE9F-EE4A2120F1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210809-E3B1-E928-EBC8-78B2CB4AB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4580BE1-5FD7-5D72-9A3E-E4EAF387F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07B80B-1CB6-F9A4-FB3D-175F93E71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6363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DCBB9A-8288-2D56-84B3-E36EEECB5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7C0BFC-4C01-BDBC-F9A1-4F0B181A9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625752F-469F-1B94-D54B-823F9F4DBD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46F52F-FE72-B23F-8C0F-F9C50157C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49E92D8-AB59-CC4E-0C93-7DADF2FE6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9391DE-1FE4-F257-B5FE-8F22D14E6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753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2A488-4758-C6D7-B77E-4654EC213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27301A-49FD-2637-A0E4-251EDD11F2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8296C8-E45A-1C84-FD17-17B1647C2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B79761-B8B9-B046-F983-F87759F5E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243A39-96A3-CBBB-E6BC-DB3FEBFB7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904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822EFE8-FB77-35A9-1670-BEB560695C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C62BF3-E2CF-D50D-625D-5EAFD1838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54206A-9105-0B4A-C5AE-456B75B97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FF6898-11B9-9C45-67F2-804D83D39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598FFE-C227-9A31-3745-17180CB04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346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0471DAF-76BA-C4F4-36E0-4DCCB4152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25AEF1-D633-67B0-5395-CD7D7333C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BF2836-10BE-E6CD-ED8F-A479C67575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0C2282-552B-435B-9291-5C63140E639D}" type="datetimeFigureOut">
              <a:rPr lang="zh-CN" altLang="en-US" smtClean="0"/>
              <a:t>2025/12/6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0405EE-92F5-8D8C-4182-8D03726D2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7E3CBC-C76F-D9AC-A554-D8D70664E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C0A769-63CB-4A25-92E9-836EEF5DA4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2727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4D9A9D5-AEAA-E1BF-0277-D670BDAB40E8}"/>
              </a:ext>
            </a:extLst>
          </p:cNvPr>
          <p:cNvSpPr txBox="1"/>
          <p:nvPr/>
        </p:nvSpPr>
        <p:spPr>
          <a:xfrm>
            <a:off x="348915" y="1323474"/>
            <a:ext cx="30680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 err="1"/>
              <a:t>MainActivity</a:t>
            </a:r>
            <a:endParaRPr lang="zh-CN" altLang="en-US" sz="3200" b="1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8C8AD-3E73-A5BB-B18B-A2D20348A07A}"/>
              </a:ext>
            </a:extLst>
          </p:cNvPr>
          <p:cNvSpPr/>
          <p:nvPr/>
        </p:nvSpPr>
        <p:spPr>
          <a:xfrm>
            <a:off x="4259180" y="172634"/>
            <a:ext cx="4343400" cy="6516923"/>
          </a:xfrm>
          <a:prstGeom prst="rect">
            <a:avLst/>
          </a:prstGeom>
          <a:solidFill>
            <a:srgbClr val="E2E2E2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E462FA3-02C7-C0A6-8A74-D4979B28DBEC}"/>
              </a:ext>
            </a:extLst>
          </p:cNvPr>
          <p:cNvSpPr/>
          <p:nvPr/>
        </p:nvSpPr>
        <p:spPr>
          <a:xfrm>
            <a:off x="7964905" y="300789"/>
            <a:ext cx="529390" cy="50532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903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E399C-3481-0DCA-2322-9CCAB4013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FCE066C-C692-1FDC-DEA0-F89B8D6B1C4F}"/>
              </a:ext>
            </a:extLst>
          </p:cNvPr>
          <p:cNvSpPr txBox="1"/>
          <p:nvPr/>
        </p:nvSpPr>
        <p:spPr>
          <a:xfrm>
            <a:off x="348915" y="1323474"/>
            <a:ext cx="30680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 err="1"/>
              <a:t>LoginActivity</a:t>
            </a:r>
            <a:endParaRPr lang="zh-CN" altLang="en-US" sz="3200" b="1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CAAFFCB-8D9F-0921-0F0B-B5EC5BC09CD1}"/>
              </a:ext>
            </a:extLst>
          </p:cNvPr>
          <p:cNvSpPr/>
          <p:nvPr/>
        </p:nvSpPr>
        <p:spPr>
          <a:xfrm>
            <a:off x="4259180" y="172634"/>
            <a:ext cx="4343400" cy="6516923"/>
          </a:xfrm>
          <a:prstGeom prst="rect">
            <a:avLst/>
          </a:prstGeom>
          <a:solidFill>
            <a:srgbClr val="E2E2E2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EE04BF92-3516-7088-5F72-9CED6F4F3AC3}"/>
              </a:ext>
            </a:extLst>
          </p:cNvPr>
          <p:cNvCxnSpPr/>
          <p:nvPr/>
        </p:nvCxnSpPr>
        <p:spPr>
          <a:xfrm flipH="1">
            <a:off x="4514127" y="648182"/>
            <a:ext cx="567159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A7AACEE7-4294-FF0A-7A5D-D3D613238E0D}"/>
              </a:ext>
            </a:extLst>
          </p:cNvPr>
          <p:cNvSpPr/>
          <p:nvPr/>
        </p:nvSpPr>
        <p:spPr>
          <a:xfrm>
            <a:off x="5243332" y="1747777"/>
            <a:ext cx="2303362" cy="81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1C79676-2027-83EB-A6F0-CF106EAD69C3}"/>
              </a:ext>
            </a:extLst>
          </p:cNvPr>
          <p:cNvSpPr/>
          <p:nvPr/>
        </p:nvSpPr>
        <p:spPr>
          <a:xfrm>
            <a:off x="5243332" y="3067291"/>
            <a:ext cx="2303362" cy="81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8CCB81E-B49D-66BF-085C-4851EBBAA382}"/>
              </a:ext>
            </a:extLst>
          </p:cNvPr>
          <p:cNvSpPr/>
          <p:nvPr/>
        </p:nvSpPr>
        <p:spPr>
          <a:xfrm>
            <a:off x="5474825" y="4757195"/>
            <a:ext cx="1794076" cy="3125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7981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4（色卡）">
      <a:dk1>
        <a:srgbClr val="262626"/>
      </a:dk1>
      <a:lt1>
        <a:srgbClr val="DCDCDC"/>
      </a:lt1>
      <a:dk2>
        <a:srgbClr val="D8D2D8"/>
      </a:dk2>
      <a:lt2>
        <a:srgbClr val="F2F1EB"/>
      </a:lt2>
      <a:accent1>
        <a:srgbClr val="E2F0F4"/>
      </a:accent1>
      <a:accent2>
        <a:srgbClr val="C0D4E5"/>
      </a:accent2>
      <a:accent3>
        <a:srgbClr val="7E98B8"/>
      </a:accent3>
      <a:accent4>
        <a:srgbClr val="444F6E"/>
      </a:accent4>
      <a:accent5>
        <a:srgbClr val="5B9BD5"/>
      </a:accent5>
      <a:accent6>
        <a:srgbClr val="9F9A99"/>
      </a:accent6>
      <a:hlink>
        <a:srgbClr val="F4B183"/>
      </a:hlink>
      <a:folHlink>
        <a:srgbClr val="FBE5D5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2506</TotalTime>
  <Words>2</Words>
  <Application>Microsoft Office PowerPoint</Application>
  <PresentationFormat>宽屏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biao lai</dc:creator>
  <cp:lastModifiedBy>biao lai</cp:lastModifiedBy>
  <cp:revision>2</cp:revision>
  <dcterms:created xsi:type="dcterms:W3CDTF">2025-12-05T20:51:29Z</dcterms:created>
  <dcterms:modified xsi:type="dcterms:W3CDTF">2025-12-07T14:37:45Z</dcterms:modified>
</cp:coreProperties>
</file>